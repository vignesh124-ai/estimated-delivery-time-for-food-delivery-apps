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CB202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743200" cy="2743200"/>
          </a:xfrm>
          <a:prstGeom prst="ellipse">
            <a:avLst/>
          </a:prstGeom>
          <a:solidFill>
            <a:srgbClr val="F2A93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CB202D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Zomato Delivery Time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Predictive Analytics to Forecast Food-Delivery Times Using Random Forest Regression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Predictive Analytics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Chaitanya Bharathi Institute of Technology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5778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669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5925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61996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160124771030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5925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Vardhan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61996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160124771031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59253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619963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160124771033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Zomato &amp; the Delivery-Time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— one of India's largest online food-delivery and restaurant-discovery platforms, processing millions of orders daily across cities.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times are highly variable — driven by traffic, weather, distance and rider factors.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needed a way to predict how long a delivery will actually take, so customers see accurate ETAs and operations can flag orders at risk of delay.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86460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tabular order-level data: rider age &amp; rating, restaurant/delivery GPS coordinates, order &amp; pickup timestamps, weather, traffic density, vehicle type, city type and festival flag.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754880" cy="1298448"/>
          </a:xfrm>
          <a:prstGeom prst="roundRect">
            <a:avLst>
              <a:gd name="adj" fmla="val 5634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84708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086600" y="2578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273552"/>
            <a:ext cx="4754880" cy="1298448"/>
          </a:xfrm>
          <a:prstGeom prst="roundRect">
            <a:avLst>
              <a:gd name="adj" fmla="val 5634"/>
            </a:avLst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7086600" y="3383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08660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4809744"/>
            <a:ext cx="4754880" cy="1298448"/>
          </a:xfrm>
          <a:prstGeom prst="roundRect">
            <a:avLst>
              <a:gd name="adj" fmla="val 5634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491947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Structured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86600" y="5650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ORDER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Predictive Analytics  |  Chaitanya Bharathi Institute of Technology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Was Predicted — and How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target: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Time_taken (min) — the actual delivery duration for each order, framed as a regression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148840"/>
            <a:ext cx="228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214884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0520" y="2148840"/>
            <a:ext cx="228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8912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14884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148840"/>
            <a:ext cx="228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CB202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14884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2148840"/>
            <a:ext cx="228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14884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21240" y="2148840"/>
            <a:ext cx="228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4984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214884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Predictive Features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1148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Location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distance between restaurant and drop point (km)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29000" y="39319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41148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Signals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11880" y="4937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day / month / weekday, order &amp; pickup time, pickup delay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41148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92240" y="4937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road-traffic density, festival flag, city type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89720" y="393192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72600" y="41148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937260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&amp; Order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72600" y="4937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age &amp; rating, vehicle type &amp; condition, order type, multiple deliveries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(100 trees) trained on an 80/20 train-test split, with categorical variables converted using Label Encoding.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Predictive Analytics  |  Chaitanya Bharathi Institute of Technology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RESULT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and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263B"/>
          </a:solidFill>
          <a:ln w="12700">
            <a:solidFill>
              <a:srgbClr val="CB20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SCORED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263B"/>
          </a:solidFill>
          <a:ln w="12700">
            <a:solidFill>
              <a:srgbClr val="CB20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26.2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ACTUAL DELIVERY (MIN)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263B"/>
          </a:solidFill>
          <a:ln w="12700">
            <a:solidFill>
              <a:srgbClr val="CB20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26.3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PREDICTED DELIVERY (MIN)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26263B"/>
          </a:solidFill>
          <a:ln w="12700">
            <a:solidFill>
              <a:srgbClr val="CB20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6916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35440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FLAGGED HIGH-RISK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Was Evaluated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6126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&amp; RMSE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average error (in minutes) between predicted and actual delivery time.
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of the variation in delivery time the model explains.
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Distance, Road Traffic Density and Pickup Delay as the strongest drivers of delivery time.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95160" y="3246120"/>
            <a:ext cx="4617720" cy="2651760"/>
          </a:xfrm>
          <a:prstGeom prst="roundRect">
            <a:avLst>
              <a:gd name="adj" fmla="val 2759"/>
            </a:avLst>
          </a:prstGeom>
          <a:solidFill>
            <a:srgbClr val="26263B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3840480"/>
            <a:ext cx="4160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ETAs shown to customers, reducing complaints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Delay-risk flag lets ops teams intervene before an order is late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Traffic/weather-driven delay patterns surfaced by city and route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feed directly into a live Power BI dashboard for monitoring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Predictive Analytics  |  Chaitanya Bharathi Institute of Technology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Bringing It Together in Power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 were exported to CSV and visualized in an interactive Power BI report for delivery-time monitoring.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4980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4E1D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zomato_ppt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965960"/>
            <a:ext cx="713232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2104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2240280"/>
            <a:ext cx="3291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orders, avg. actual vs predicted time, high-risk %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delivery time compared across traffic levels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broken down by weather and by city type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order date, traffic and city enable drill-down analysis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Predictive Analytics  |  Chaitanya Bharathi Institute of Technology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B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Predictive Analytics, BI, Statistics &amp; Data Mining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this project: statistics summarized the data, data mining and BI explored patterns, and predictive analytics (Random Forest) forecast delivery time.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17520" y="1783080"/>
            <a:ext cx="2834640" cy="2834640"/>
          </a:xfrm>
          <a:prstGeom prst="ellipse">
            <a:avLst/>
          </a:prstGeom>
          <a:solidFill>
            <a:srgbClr val="1C7293">
              <a:alpha val="22000"/>
            </a:srgbClr>
          </a:solidFill>
          <a:ln w="22225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2240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28346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happened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(means, distributions, tests)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2834640" cy="2834640"/>
          </a:xfrm>
          <a:prstGeom prst="ellipse">
            <a:avLst/>
          </a:prstGeom>
          <a:solidFill>
            <a:srgbClr val="CB202D">
              <a:alpha val="22000"/>
            </a:srgbClr>
          </a:solidFill>
          <a:ln w="22225">
            <a:solidFill>
              <a:srgbClr val="CB20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240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large datasets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17520" y="3611880"/>
            <a:ext cx="2834640" cy="2834640"/>
          </a:xfrm>
          <a:prstGeom prst="ellipse">
            <a:avLst/>
          </a:prstGeom>
          <a:solidFill>
            <a:srgbClr val="1A1A2E">
              <a:alpha val="22000"/>
            </a:srgbClr>
          </a:solidFill>
          <a:ln w="22225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4069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4663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dashboards on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past/current performance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3611880"/>
            <a:ext cx="2834640" cy="2834640"/>
          </a:xfrm>
          <a:prstGeom prst="ellipse">
            <a:avLst/>
          </a:prstGeom>
          <a:solidFill>
            <a:srgbClr val="F2A93B">
              <a:alpha val="22000"/>
            </a:srgbClr>
          </a:solidFill>
          <a:ln w="22225">
            <a:solidFill>
              <a:srgbClr val="F2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4069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future outcomes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project's Random Forest)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3680460"/>
            <a:ext cx="196596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15875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68046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share: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Predictive Analytics  |  Chaitanya Bharathi Institute of Technology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2026-08-17T19:23:32Z</dcterms:created>
  <dcterms:modified xsi:type="dcterms:W3CDTF">2026-08-17T19:23:32Z</dcterms:modified>
</cp:coreProperties>
</file>